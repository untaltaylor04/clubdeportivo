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7"/>
  </p:notesMasterIdLst>
  <p:sldIdLst>
    <p:sldId id="256" r:id="rId2"/>
    <p:sldId id="259" r:id="rId3"/>
    <p:sldId id="257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C4C805-B3BD-4F86-8268-3EEF6AC4F478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BE845-739E-4D1D-AD19-C75BB32F886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67888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032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7277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671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887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4103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1290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734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60928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1833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897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33426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251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8926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6343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69383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5014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823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D542F1-985A-466F-B858-5F2B271BCE14}" type="datetimeFigureOut">
              <a:rPr lang="es-PE" smtClean="0"/>
              <a:t>21/02/2026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AE5CE0B-2D78-4835-8BA8-AEB8D99F84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21047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85A64EE-0053-EDB2-9128-75D31EEB4FC0}"/>
              </a:ext>
            </a:extLst>
          </p:cNvPr>
          <p:cNvSpPr txBox="1"/>
          <p:nvPr/>
        </p:nvSpPr>
        <p:spPr>
          <a:xfrm>
            <a:off x="628690" y="785812"/>
            <a:ext cx="107179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4400" b="1" dirty="0">
                <a:solidFill>
                  <a:schemeClr val="bg1"/>
                </a:solidFill>
                <a:latin typeface="Algerian" panose="04020705040A02060702" pitchFamily="82" charset="0"/>
              </a:rPr>
              <a:t>Sistema de Gestión – Club Deportivo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923BEA-0A20-D140-8828-727204D88B46}"/>
              </a:ext>
            </a:extLst>
          </p:cNvPr>
          <p:cNvSpPr txBox="1"/>
          <p:nvPr/>
        </p:nvSpPr>
        <p:spPr>
          <a:xfrm>
            <a:off x="328613" y="2514600"/>
            <a:ext cx="9953366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200" b="1" dirty="0"/>
              <a:t>Curso: Administración de Base de Datos – Oracle</a:t>
            </a:r>
          </a:p>
          <a:p>
            <a:endParaRPr lang="es-PE" sz="1100" b="1" dirty="0"/>
          </a:p>
          <a:p>
            <a:r>
              <a:rPr lang="es-PE" sz="3200" b="1" dirty="0"/>
              <a:t>Integrante: Salinas Chuqui Jesús Taylor</a:t>
            </a:r>
          </a:p>
          <a:p>
            <a:endParaRPr lang="es-PE" sz="1100" b="1" dirty="0"/>
          </a:p>
          <a:p>
            <a:r>
              <a:rPr lang="es-PE" sz="3200" b="1" dirty="0"/>
              <a:t>Docente: Sánchez Méndez Juan Leonel</a:t>
            </a:r>
          </a:p>
        </p:txBody>
      </p:sp>
    </p:spTree>
    <p:extLst>
      <p:ext uri="{BB962C8B-B14F-4D97-AF65-F5344CB8AC3E}">
        <p14:creationId xmlns:p14="http://schemas.microsoft.com/office/powerpoint/2010/main" val="103836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78A2B38-CAEF-DA1A-6253-D44C828BDA3F}"/>
              </a:ext>
            </a:extLst>
          </p:cNvPr>
          <p:cNvSpPr txBox="1"/>
          <p:nvPr/>
        </p:nvSpPr>
        <p:spPr>
          <a:xfrm>
            <a:off x="158714" y="185738"/>
            <a:ext cx="3509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lgerian" panose="04020705040A02060702" pitchFamily="82" charset="0"/>
              </a:rPr>
              <a:t>ObjetivO General</a:t>
            </a:r>
            <a:endParaRPr lang="es-PE" sz="28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C3747D0-3777-BDD3-3F9E-3AFE40365B12}"/>
              </a:ext>
            </a:extLst>
          </p:cNvPr>
          <p:cNvSpPr txBox="1"/>
          <p:nvPr/>
        </p:nvSpPr>
        <p:spPr>
          <a:xfrm>
            <a:off x="158714" y="831412"/>
            <a:ext cx="115998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000" dirty="0"/>
              <a:t>Desarrollar un sistema </a:t>
            </a:r>
            <a:r>
              <a:rPr lang="es-419" sz="2000" b="1" dirty="0"/>
              <a:t>CRUD</a:t>
            </a:r>
            <a:r>
              <a:rPr lang="es-419" sz="2000" dirty="0"/>
              <a:t> para la gestión de miembros de un club deportivo, que permita </a:t>
            </a:r>
            <a:r>
              <a:rPr lang="es-419" sz="2000" b="1" dirty="0"/>
              <a:t>registrar, consultar, actualizar y suspender</a:t>
            </a:r>
            <a:r>
              <a:rPr lang="es-419" sz="2000" dirty="0"/>
              <a:t> miembros de manera eficiente, utilizando una </a:t>
            </a:r>
            <a:r>
              <a:rPr lang="es-419" sz="2000" b="1" dirty="0"/>
              <a:t>base de datos Oracle</a:t>
            </a:r>
            <a:r>
              <a:rPr lang="es-419" sz="2000" dirty="0"/>
              <a:t> y una </a:t>
            </a:r>
            <a:r>
              <a:rPr lang="es-419" sz="2000" b="1" dirty="0"/>
              <a:t>aplicación web basada en ASP.NET Core MVC</a:t>
            </a:r>
            <a:r>
              <a:rPr lang="es-419" sz="2000" dirty="0"/>
              <a:t>.</a:t>
            </a:r>
            <a:endParaRPr lang="es-PE" sz="2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EB6DE5F-7A89-F241-E180-FE8ACB125483}"/>
              </a:ext>
            </a:extLst>
          </p:cNvPr>
          <p:cNvSpPr txBox="1"/>
          <p:nvPr/>
        </p:nvSpPr>
        <p:spPr>
          <a:xfrm>
            <a:off x="158714" y="1969529"/>
            <a:ext cx="5880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800" b="1" dirty="0">
                <a:solidFill>
                  <a:schemeClr val="bg1"/>
                </a:solidFill>
                <a:latin typeface="Algerian" panose="04020705040A02060702" pitchFamily="82" charset="0"/>
              </a:rPr>
              <a:t>Arquitectura y </a:t>
            </a:r>
            <a:r>
              <a:rPr lang="es-PE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Tecnologías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D3B287-2977-A14A-A263-1B3EB02CAABC}"/>
              </a:ext>
            </a:extLst>
          </p:cNvPr>
          <p:cNvSpPr txBox="1"/>
          <p:nvPr/>
        </p:nvSpPr>
        <p:spPr>
          <a:xfrm>
            <a:off x="238127" y="2734037"/>
            <a:ext cx="113776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/>
              <a:t>Modelo (Model): </a:t>
            </a:r>
            <a:r>
              <a:rPr lang="es-419" sz="2000" dirty="0"/>
              <a:t>Representa la estructura de los datos</a:t>
            </a:r>
            <a:endParaRPr lang="es-P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/>
              <a:t>Vista (View): Interfaz de usuario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/>
              <a:t>Controlador (Controller): </a:t>
            </a:r>
            <a:r>
              <a:rPr lang="es-419" sz="2000" dirty="0"/>
              <a:t>Gestiona la lógica de la aplicación y procesa las solicitudes del usuario</a:t>
            </a:r>
            <a:endParaRPr lang="es-PE" sz="2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A1A2E38-AD62-BF3F-FF52-CD28535CB6A1}"/>
              </a:ext>
            </a:extLst>
          </p:cNvPr>
          <p:cNvSpPr txBox="1"/>
          <p:nvPr/>
        </p:nvSpPr>
        <p:spPr>
          <a:xfrm>
            <a:off x="238127" y="4237209"/>
            <a:ext cx="834395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u="sng" dirty="0"/>
              <a:t>Lenguaje de Programación: C#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u="sng" dirty="0"/>
              <a:t>Framework: </a:t>
            </a:r>
            <a:r>
              <a:rPr lang="es-PE" sz="2000" u="sng" dirty="0" err="1"/>
              <a:t>ASP.Net</a:t>
            </a:r>
            <a:r>
              <a:rPr lang="es-PE" sz="2000" u="sng" dirty="0"/>
              <a:t> Core MVC y Bootstrap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u="sng" dirty="0"/>
              <a:t>Base de Datos: Oracle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u="sng" dirty="0"/>
              <a:t>Interfaz de Usuario: Vista de Razor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u="sng" dirty="0"/>
              <a:t>Herramienta de Desarrollo: Visual Studio y Oracle SqlDeveloper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72E13D1-1D31-0D20-3817-648B2E61C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798" y="3948112"/>
            <a:ext cx="2886075" cy="239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57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B716B45-E615-0B1E-98D2-8960381AEE83}"/>
              </a:ext>
            </a:extLst>
          </p:cNvPr>
          <p:cNvSpPr txBox="1"/>
          <p:nvPr/>
        </p:nvSpPr>
        <p:spPr>
          <a:xfrm>
            <a:off x="328612" y="528637"/>
            <a:ext cx="6838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600" b="1" dirty="0">
                <a:solidFill>
                  <a:schemeClr val="bg1"/>
                </a:solidFill>
                <a:latin typeface="Algerian" panose="04020705040A02060702" pitchFamily="82" charset="0"/>
              </a:rPr>
              <a:t>Diagrama ER Base de Datos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BB5FC2-5FD7-D025-E0E7-9AEE1E826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05" b="7233"/>
          <a:stretch>
            <a:fillRect/>
          </a:stretch>
        </p:blipFill>
        <p:spPr>
          <a:xfrm>
            <a:off x="659606" y="1303556"/>
            <a:ext cx="10872788" cy="534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4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D64F4C0-5E0E-DCC8-FD34-97B0ABE2E95A}"/>
              </a:ext>
            </a:extLst>
          </p:cNvPr>
          <p:cNvSpPr txBox="1"/>
          <p:nvPr/>
        </p:nvSpPr>
        <p:spPr>
          <a:xfrm>
            <a:off x="200025" y="285750"/>
            <a:ext cx="7322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lgerian" panose="04020705040A02060702" pitchFamily="82" charset="0"/>
              </a:rPr>
              <a:t>Vistas y Procedimientos Almacenados</a:t>
            </a:r>
            <a:endParaRPr lang="es-PE" sz="28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AAD83B5-5BB8-9C2C-EB6A-10D9D03C3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1067025"/>
            <a:ext cx="10629900" cy="134115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7E86E4F-CE27-1AE1-865A-5596A3CE2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4" y="2666236"/>
            <a:ext cx="11688015" cy="390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96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F17DCA3-C867-8C21-5098-946594F0B5E7}"/>
              </a:ext>
            </a:extLst>
          </p:cNvPr>
          <p:cNvSpPr txBox="1"/>
          <p:nvPr/>
        </p:nvSpPr>
        <p:spPr>
          <a:xfrm>
            <a:off x="128587" y="357187"/>
            <a:ext cx="7087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600" b="1" dirty="0">
                <a:solidFill>
                  <a:schemeClr val="bg1"/>
                </a:solidFill>
                <a:latin typeface="Algerian" panose="04020705040A02060702" pitchFamily="82" charset="0"/>
              </a:rPr>
              <a:t>Interfaz del Aplicativo Web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5CE923-852C-7FB7-6BFE-C78C8887AE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0" r="5664" b="6590"/>
          <a:stretch>
            <a:fillRect/>
          </a:stretch>
        </p:blipFill>
        <p:spPr>
          <a:xfrm>
            <a:off x="345281" y="1471613"/>
            <a:ext cx="11501438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688644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70</TotalTime>
  <Words>160</Words>
  <Application>Microsoft Office PowerPoint</Application>
  <PresentationFormat>Panorámica</PresentationFormat>
  <Paragraphs>20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Algerian</vt:lpstr>
      <vt:lpstr>Arial</vt:lpstr>
      <vt:lpstr>Calibri</vt:lpstr>
      <vt:lpstr>Century Gothic</vt:lpstr>
      <vt:lpstr>Wingdings 3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Jesús Salinas Chuqui</dc:creator>
  <cp:lastModifiedBy>Taylor Jesús Salinas Chuqui</cp:lastModifiedBy>
  <cp:revision>20</cp:revision>
  <dcterms:created xsi:type="dcterms:W3CDTF">2025-12-30T01:15:05Z</dcterms:created>
  <dcterms:modified xsi:type="dcterms:W3CDTF">2026-02-21T23:33:42Z</dcterms:modified>
</cp:coreProperties>
</file>